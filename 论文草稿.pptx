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8575" y="2061845"/>
            <a:ext cx="451485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81100"/>
            <a:ext cx="9906000" cy="44958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Hiragino Sans GB</vt:lpstr>
      <vt:lpstr>AMGDT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</dc:creator>
  <cp:lastModifiedBy>郑佳宁</cp:lastModifiedBy>
  <cp:revision>158</cp:revision>
  <dcterms:created xsi:type="dcterms:W3CDTF">2019-06-19T02:08:00Z</dcterms:created>
  <dcterms:modified xsi:type="dcterms:W3CDTF">2025-11-10T08:31:01Z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B5019F7730B34E399F546FAB396F49A5_11</vt:lpwstr>
  </property>
</Properties>
</file>