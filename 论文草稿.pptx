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6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3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8575" y="2061845"/>
            <a:ext cx="4514850" cy="27336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81100"/>
            <a:ext cx="9906000" cy="44958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2500" y="0"/>
            <a:ext cx="5206365" cy="6858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66090" y="1001395"/>
            <a:ext cx="2657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用算法描述选取的</a:t>
            </a:r>
            <a:r>
              <a:rPr lang="zh-CN" altLang="en-US"/>
              <a:t>过程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40" y="2245995"/>
            <a:ext cx="5465445" cy="21494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WPS 演示</Application>
  <PresentationFormat>宽屏</PresentationFormat>
  <Paragraphs>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Hiragino Sans GB</vt:lpstr>
      <vt:lpstr>AMGDT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</dc:creator>
  <cp:lastModifiedBy>郑佳宁</cp:lastModifiedBy>
  <cp:revision>159</cp:revision>
  <dcterms:created xsi:type="dcterms:W3CDTF">2019-06-19T02:08:00Z</dcterms:created>
  <dcterms:modified xsi:type="dcterms:W3CDTF">2025-11-15T01:38:06Z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B5019F7730B34E399F546FAB396F49A5_11</vt:lpwstr>
  </property>
</Properties>
</file>